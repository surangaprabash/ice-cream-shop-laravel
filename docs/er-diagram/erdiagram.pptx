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1EB20-117C-48C5-8EC2-D374C280C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CDE6B-4245-4581-A4EE-7CD942A50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9F53B-FD06-4B08-B8C9-C8649E955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C878-22CE-4E92-9728-1DBB62CA53E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25925-5D58-40B8-8FE6-0A5543E14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31D6E-6DA1-4108-8B66-E5C6FD1B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1951A-5339-45ED-B574-BE984E36C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65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05216-5A94-4966-8F48-1D7A48284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68EF8-888D-4C12-91BD-1CA082DA0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93569-497A-4886-9EB3-002C49332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C878-22CE-4E92-9728-1DBB62CA53E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1FAF6-3D4D-458D-A97F-15A21F770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DF6DA-A382-4AB8-820F-7215BED23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1951A-5339-45ED-B574-BE984E36C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771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77BE3-D43C-46E3-9CB8-98ED84014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08EC2-BB2F-4736-94D7-3B37B70C4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B4B95-7BB4-424E-9C40-1A3246FE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C878-22CE-4E92-9728-1DBB62CA53E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1AC66-21A2-49FD-A602-DF5B6A5F8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05FC6-B988-4688-8EB8-73BF885F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1951A-5339-45ED-B574-BE984E36C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95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7EAA9-2942-4B3E-9F80-88C2C7C0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BD74C-0B3C-4E11-A0EE-65A3EE2C1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64E28-87E4-47BE-BB95-602D5C998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F2836-02E7-4CE8-BDDF-8B1498E73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C878-22CE-4E92-9728-1DBB62CA53E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4E927-66E9-4200-8155-2255C55F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948C1-CD6F-4B47-A74B-C3E4FE5AF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1951A-5339-45ED-B574-BE984E36C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5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6DDA-0462-4520-B5AD-CF36E8E11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5B091-1EFC-419E-BB1A-032808A4D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513D1-C45C-4CCB-A6DD-BF4B282EC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A8AB8-A038-489E-A721-8C3919CF4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380C84-2DCD-48B9-93E0-9877582AA2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C2819-F49F-466C-AE71-FE190E19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C878-22CE-4E92-9728-1DBB62CA53E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11045A-41F0-4CAC-A0E9-161583321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BD1F14-DD4B-4A5C-8611-66F9DF959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1951A-5339-45ED-B574-BE984E36C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9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CD468-5B8D-4F13-8E31-190CA9592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C11F8F-0BAF-468E-8A15-5C65DE21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C878-22CE-4E92-9728-1DBB62CA53E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03C3A-2405-406C-9D03-8F26C6B7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A1102-D1F2-4A0D-A2A9-D7880A10B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1951A-5339-45ED-B574-BE984E36C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64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ADB95A-614D-40E5-A2A3-4758EC481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C878-22CE-4E92-9728-1DBB62CA53E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27DD1-63E1-4303-8E24-6C735D0E5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FDEC5-36BE-473C-A6DD-83CC0E73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1951A-5339-45ED-B574-BE984E36C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333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3B373-5E26-43C7-9870-2C87E60E2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2F034-2355-4D4B-9B72-491276DEB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FDB71-1DBF-4CBD-95DD-DCE6A5688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42EE2-1658-4F0F-A58C-588BD60D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C878-22CE-4E92-9728-1DBB62CA53E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A1981-FB07-44C5-B6CC-7636B57E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6C793-4994-4712-B5DB-AA1FD7494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1951A-5339-45ED-B574-BE984E36C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004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EEA08-2244-48FF-BF96-6241CEBEC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E1201F-E657-4407-8C2E-AB09C9D8A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2F165-B117-4A71-B245-B274513DC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EDACF-4987-4975-8A21-3C8D03D1E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C878-22CE-4E92-9728-1DBB62CA53E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CD9CB-FE6B-4756-90BA-7550F0AC1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7B974-D9B5-4445-B467-244B0323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1951A-5339-45ED-B574-BE984E36C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74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F946C-48A5-4065-B72A-83EB55ACD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C3F32-048A-457D-A289-77D849939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B8354-027F-4D55-B808-F37177229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C878-22CE-4E92-9728-1DBB62CA53E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F748D-759D-474D-AEB7-F6881BB9F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3D3F6-63A8-4AAB-AF32-8C90281F7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1951A-5339-45ED-B574-BE984E36C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31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DC019F-A9BB-4208-9269-E82CEAC9C2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D57E6-30B2-47E9-BB85-C78C08A67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32068-7DE3-43E2-BCAD-96B99E588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AC878-22CE-4E92-9728-1DBB62CA53E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10B56-7D1B-4811-B305-9959BFFAB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556D4-E494-4713-A5FE-302183A6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C1951A-5339-45ED-B574-BE984E36C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42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38BFB-C087-4A5B-925D-C4C74260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2E4B6-6533-40FD-BE6B-B0FCCEC71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53D37-825A-437E-98B3-5C380F3F25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AC878-22CE-4E92-9728-1DBB62CA53ED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8ED1E-E0B9-404D-AE4F-C1137F4CA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517F2-0F36-4A23-9DB0-05AF83928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1951A-5339-45ED-B574-BE984E36C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7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8FFBC0-DA41-48D3-8C0B-8C2882BD03BD}"/>
              </a:ext>
            </a:extLst>
          </p:cNvPr>
          <p:cNvSpPr/>
          <p:nvPr/>
        </p:nvSpPr>
        <p:spPr>
          <a:xfrm>
            <a:off x="8168828" y="4409267"/>
            <a:ext cx="1290918" cy="5109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2AB83A-BE6A-4C1B-88CB-525820CC4251}"/>
              </a:ext>
            </a:extLst>
          </p:cNvPr>
          <p:cNvSpPr/>
          <p:nvPr/>
        </p:nvSpPr>
        <p:spPr>
          <a:xfrm>
            <a:off x="3872755" y="1548654"/>
            <a:ext cx="1290918" cy="5109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498024-BA66-4985-AF38-38C7EE755B98}"/>
              </a:ext>
            </a:extLst>
          </p:cNvPr>
          <p:cNvSpPr/>
          <p:nvPr/>
        </p:nvSpPr>
        <p:spPr>
          <a:xfrm>
            <a:off x="7754472" y="1761565"/>
            <a:ext cx="1290918" cy="5109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Category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531775-241A-40C8-B83E-F0C8F6E14181}"/>
              </a:ext>
            </a:extLst>
          </p:cNvPr>
          <p:cNvSpPr/>
          <p:nvPr/>
        </p:nvSpPr>
        <p:spPr>
          <a:xfrm>
            <a:off x="2485204" y="5162303"/>
            <a:ext cx="1290918" cy="5109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Customer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ACD8A8-3DDE-47BC-A744-75FB6F2941A2}"/>
              </a:ext>
            </a:extLst>
          </p:cNvPr>
          <p:cNvSpPr/>
          <p:nvPr/>
        </p:nvSpPr>
        <p:spPr>
          <a:xfrm>
            <a:off x="9439836" y="510989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name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B381181-3953-4113-983D-5DDA683D5287}"/>
              </a:ext>
            </a:extLst>
          </p:cNvPr>
          <p:cNvSpPr/>
          <p:nvPr/>
        </p:nvSpPr>
        <p:spPr>
          <a:xfrm>
            <a:off x="6651813" y="717178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E0BA11C-4C3D-46B2-AE60-E476ABB7DBD8}"/>
              </a:ext>
            </a:extLst>
          </p:cNvPr>
          <p:cNvSpPr/>
          <p:nvPr/>
        </p:nvSpPr>
        <p:spPr>
          <a:xfrm>
            <a:off x="9807389" y="2326341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Description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D993D0D-D73F-4F4B-AE6A-5AE9EEA57513}"/>
              </a:ext>
            </a:extLst>
          </p:cNvPr>
          <p:cNvSpPr/>
          <p:nvPr/>
        </p:nvSpPr>
        <p:spPr>
          <a:xfrm>
            <a:off x="2008095" y="394448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5EB710-CD00-40BC-838D-3730CBA0C342}"/>
              </a:ext>
            </a:extLst>
          </p:cNvPr>
          <p:cNvSpPr/>
          <p:nvPr/>
        </p:nvSpPr>
        <p:spPr>
          <a:xfrm>
            <a:off x="1694329" y="1391771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E9CFC80-F755-4AED-A74C-87F771CBE4FD}"/>
              </a:ext>
            </a:extLst>
          </p:cNvPr>
          <p:cNvSpPr/>
          <p:nvPr/>
        </p:nvSpPr>
        <p:spPr>
          <a:xfrm>
            <a:off x="4642929" y="519955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name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14F2900-A513-4001-9B2F-4F4C45F2475F}"/>
              </a:ext>
            </a:extLst>
          </p:cNvPr>
          <p:cNvSpPr/>
          <p:nvPr/>
        </p:nvSpPr>
        <p:spPr>
          <a:xfrm>
            <a:off x="2115672" y="2401421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password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67AA042-0FE2-4D79-A550-FE51281FFA65}"/>
              </a:ext>
            </a:extLst>
          </p:cNvPr>
          <p:cNvSpPr/>
          <p:nvPr/>
        </p:nvSpPr>
        <p:spPr>
          <a:xfrm>
            <a:off x="4455251" y="2526616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Role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56DC7FC-8A97-4123-A3A8-B2C5C1FD8765}"/>
              </a:ext>
            </a:extLst>
          </p:cNvPr>
          <p:cNvSpPr/>
          <p:nvPr/>
        </p:nvSpPr>
        <p:spPr>
          <a:xfrm>
            <a:off x="2008095" y="3645900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71A4AD8-BD98-4C22-91A7-240846ADF2BE}"/>
              </a:ext>
            </a:extLst>
          </p:cNvPr>
          <p:cNvSpPr/>
          <p:nvPr/>
        </p:nvSpPr>
        <p:spPr>
          <a:xfrm>
            <a:off x="2254229" y="6022914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name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751BD34-6A79-4674-9E2C-EEB393EED29A}"/>
              </a:ext>
            </a:extLst>
          </p:cNvPr>
          <p:cNvSpPr/>
          <p:nvPr/>
        </p:nvSpPr>
        <p:spPr>
          <a:xfrm>
            <a:off x="642559" y="4489077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E140AA9-F7BC-4CF1-B0BB-63D25925C54F}"/>
              </a:ext>
            </a:extLst>
          </p:cNvPr>
          <p:cNvSpPr/>
          <p:nvPr/>
        </p:nvSpPr>
        <p:spPr>
          <a:xfrm>
            <a:off x="4526259" y="5119036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Phone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02ED883-EC8C-412D-AE56-3B6998290535}"/>
              </a:ext>
            </a:extLst>
          </p:cNvPr>
          <p:cNvSpPr/>
          <p:nvPr/>
        </p:nvSpPr>
        <p:spPr>
          <a:xfrm>
            <a:off x="4054026" y="5767420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address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A21B77A-CCD6-45C5-9ED3-1574C3DB03B6}"/>
              </a:ext>
            </a:extLst>
          </p:cNvPr>
          <p:cNvCxnSpPr>
            <a:cxnSpLocks/>
            <a:stCxn id="26" idx="7"/>
            <a:endCxn id="10" idx="0"/>
          </p:cNvCxnSpPr>
          <p:nvPr/>
        </p:nvCxnSpPr>
        <p:spPr>
          <a:xfrm>
            <a:off x="3109962" y="3720732"/>
            <a:ext cx="20701" cy="144157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43A1CF3-2A43-4163-89B4-62EC1AE980BF}"/>
              </a:ext>
            </a:extLst>
          </p:cNvPr>
          <p:cNvCxnSpPr>
            <a:cxnSpLocks/>
            <a:stCxn id="27" idx="0"/>
            <a:endCxn id="10" idx="2"/>
          </p:cNvCxnSpPr>
          <p:nvPr/>
        </p:nvCxnSpPr>
        <p:spPr>
          <a:xfrm flipV="1">
            <a:off x="2899688" y="5673291"/>
            <a:ext cx="230975" cy="34962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2651E3B-6426-4C3F-83F1-B065B13F9BEF}"/>
              </a:ext>
            </a:extLst>
          </p:cNvPr>
          <p:cNvCxnSpPr>
            <a:cxnSpLocks/>
            <a:stCxn id="10" idx="3"/>
            <a:endCxn id="29" idx="2"/>
          </p:cNvCxnSpPr>
          <p:nvPr/>
        </p:nvCxnSpPr>
        <p:spPr>
          <a:xfrm flipV="1">
            <a:off x="3776122" y="5374530"/>
            <a:ext cx="750137" cy="432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DEC964-D484-4B2C-812E-BFB458A6466D}"/>
              </a:ext>
            </a:extLst>
          </p:cNvPr>
          <p:cNvCxnSpPr>
            <a:cxnSpLocks/>
            <a:stCxn id="10" idx="3"/>
            <a:endCxn id="30" idx="1"/>
          </p:cNvCxnSpPr>
          <p:nvPr/>
        </p:nvCxnSpPr>
        <p:spPr>
          <a:xfrm>
            <a:off x="3776122" y="5417797"/>
            <a:ext cx="466955" cy="4244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FC701F7-B491-4BAF-849C-438DB1686641}"/>
              </a:ext>
            </a:extLst>
          </p:cNvPr>
          <p:cNvCxnSpPr>
            <a:cxnSpLocks/>
            <a:stCxn id="28" idx="6"/>
            <a:endCxn id="10" idx="1"/>
          </p:cNvCxnSpPr>
          <p:nvPr/>
        </p:nvCxnSpPr>
        <p:spPr>
          <a:xfrm>
            <a:off x="1933477" y="4744571"/>
            <a:ext cx="551727" cy="67322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9125474-9DC5-49B0-9600-1829167B168B}"/>
              </a:ext>
            </a:extLst>
          </p:cNvPr>
          <p:cNvCxnSpPr>
            <a:cxnSpLocks/>
            <a:stCxn id="19" idx="5"/>
            <a:endCxn id="8" idx="0"/>
          </p:cNvCxnSpPr>
          <p:nvPr/>
        </p:nvCxnSpPr>
        <p:spPr>
          <a:xfrm>
            <a:off x="3109962" y="830604"/>
            <a:ext cx="1408252" cy="7180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0DC6C0E-8CE9-4BF2-A2CE-C179D84A4A1D}"/>
              </a:ext>
            </a:extLst>
          </p:cNvPr>
          <p:cNvCxnSpPr>
            <a:cxnSpLocks/>
            <a:stCxn id="23" idx="4"/>
            <a:endCxn id="8" idx="0"/>
          </p:cNvCxnSpPr>
          <p:nvPr/>
        </p:nvCxnSpPr>
        <p:spPr>
          <a:xfrm flipH="1">
            <a:off x="4518214" y="1030943"/>
            <a:ext cx="770174" cy="5177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20ED2D3-5033-42FA-8DAE-BD46872970A3}"/>
              </a:ext>
            </a:extLst>
          </p:cNvPr>
          <p:cNvCxnSpPr>
            <a:cxnSpLocks/>
            <a:stCxn id="20" idx="6"/>
            <a:endCxn id="8" idx="1"/>
          </p:cNvCxnSpPr>
          <p:nvPr/>
        </p:nvCxnSpPr>
        <p:spPr>
          <a:xfrm>
            <a:off x="2985247" y="1647265"/>
            <a:ext cx="887508" cy="15688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722F94C-8792-46B7-B613-285CFFDAB3C0}"/>
              </a:ext>
            </a:extLst>
          </p:cNvPr>
          <p:cNvCxnSpPr>
            <a:cxnSpLocks/>
            <a:stCxn id="24" idx="7"/>
            <a:endCxn id="8" idx="1"/>
          </p:cNvCxnSpPr>
          <p:nvPr/>
        </p:nvCxnSpPr>
        <p:spPr>
          <a:xfrm flipV="1">
            <a:off x="3217539" y="1804148"/>
            <a:ext cx="655216" cy="67210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D7D5D5E-A15C-41A3-B64D-A5FE20DB96E3}"/>
              </a:ext>
            </a:extLst>
          </p:cNvPr>
          <p:cNvCxnSpPr>
            <a:cxnSpLocks/>
            <a:stCxn id="25" idx="0"/>
            <a:endCxn id="8" idx="2"/>
          </p:cNvCxnSpPr>
          <p:nvPr/>
        </p:nvCxnSpPr>
        <p:spPr>
          <a:xfrm flipH="1" flipV="1">
            <a:off x="4518214" y="2059642"/>
            <a:ext cx="582496" cy="46697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B4C9BC0-0A5F-439F-ABC1-292473C9CB05}"/>
              </a:ext>
            </a:extLst>
          </p:cNvPr>
          <p:cNvCxnSpPr>
            <a:cxnSpLocks/>
            <a:stCxn id="17" idx="5"/>
            <a:endCxn id="9" idx="0"/>
          </p:cNvCxnSpPr>
          <p:nvPr/>
        </p:nvCxnSpPr>
        <p:spPr>
          <a:xfrm>
            <a:off x="7753680" y="1153334"/>
            <a:ext cx="646251" cy="60823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08597DA-489A-4041-8B7E-4EC3F62BE4EE}"/>
              </a:ext>
            </a:extLst>
          </p:cNvPr>
          <p:cNvCxnSpPr>
            <a:cxnSpLocks/>
            <a:stCxn id="9" idx="3"/>
            <a:endCxn id="18" idx="2"/>
          </p:cNvCxnSpPr>
          <p:nvPr/>
        </p:nvCxnSpPr>
        <p:spPr>
          <a:xfrm>
            <a:off x="9045390" y="2017059"/>
            <a:ext cx="761999" cy="56477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A9909EC-6059-46F3-BCD7-C4EB445F7FBF}"/>
              </a:ext>
            </a:extLst>
          </p:cNvPr>
          <p:cNvCxnSpPr>
            <a:cxnSpLocks/>
            <a:stCxn id="9" idx="3"/>
            <a:endCxn id="16" idx="3"/>
          </p:cNvCxnSpPr>
          <p:nvPr/>
        </p:nvCxnSpPr>
        <p:spPr>
          <a:xfrm flipV="1">
            <a:off x="9045390" y="947145"/>
            <a:ext cx="583497" cy="106991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845F666F-9F48-47E7-90B5-80532806E7C2}"/>
              </a:ext>
            </a:extLst>
          </p:cNvPr>
          <p:cNvSpPr/>
          <p:nvPr/>
        </p:nvSpPr>
        <p:spPr>
          <a:xfrm>
            <a:off x="5620871" y="3333503"/>
            <a:ext cx="1641729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Category ID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AE63E09-A13C-4D68-8249-B28E85D94095}"/>
              </a:ext>
            </a:extLst>
          </p:cNvPr>
          <p:cNvSpPr/>
          <p:nvPr/>
        </p:nvSpPr>
        <p:spPr>
          <a:xfrm>
            <a:off x="9459746" y="3727951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name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80CDF2D-6582-4CC7-85AC-0627B6E3FD22}"/>
              </a:ext>
            </a:extLst>
          </p:cNvPr>
          <p:cNvSpPr/>
          <p:nvPr/>
        </p:nvSpPr>
        <p:spPr>
          <a:xfrm>
            <a:off x="5776043" y="4187391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0FA1EEA5-33AF-4364-B694-8A04BAD110E9}"/>
              </a:ext>
            </a:extLst>
          </p:cNvPr>
          <p:cNvSpPr/>
          <p:nvPr/>
        </p:nvSpPr>
        <p:spPr>
          <a:xfrm>
            <a:off x="10282681" y="5229538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Description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C4149C86-564D-43CB-8ED4-D69EF29CECD2}"/>
              </a:ext>
            </a:extLst>
          </p:cNvPr>
          <p:cNvSpPr/>
          <p:nvPr/>
        </p:nvSpPr>
        <p:spPr>
          <a:xfrm>
            <a:off x="6927413" y="5652567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Price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6426C4D-EA0D-469E-B109-B12D4BA84D1E}"/>
              </a:ext>
            </a:extLst>
          </p:cNvPr>
          <p:cNvSpPr/>
          <p:nvPr/>
        </p:nvSpPr>
        <p:spPr>
          <a:xfrm>
            <a:off x="6127773" y="5007167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Quantity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39D2BF3-65E0-4722-826C-86ED00410F52}"/>
              </a:ext>
            </a:extLst>
          </p:cNvPr>
          <p:cNvSpPr/>
          <p:nvPr/>
        </p:nvSpPr>
        <p:spPr>
          <a:xfrm>
            <a:off x="8589099" y="5694337"/>
            <a:ext cx="1290918" cy="5109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Unit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40534D2-FE48-4EB3-B1A8-11B6137DEF79}"/>
              </a:ext>
            </a:extLst>
          </p:cNvPr>
          <p:cNvCxnSpPr>
            <a:cxnSpLocks/>
            <a:stCxn id="7" idx="3"/>
            <a:endCxn id="74" idx="4"/>
          </p:cNvCxnSpPr>
          <p:nvPr/>
        </p:nvCxnSpPr>
        <p:spPr>
          <a:xfrm flipV="1">
            <a:off x="9459746" y="4238939"/>
            <a:ext cx="645459" cy="4258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D983862-B6E8-4347-B241-5BFC8628E933}"/>
              </a:ext>
            </a:extLst>
          </p:cNvPr>
          <p:cNvCxnSpPr>
            <a:cxnSpLocks/>
            <a:stCxn id="72" idx="6"/>
            <a:endCxn id="7" idx="1"/>
          </p:cNvCxnSpPr>
          <p:nvPr/>
        </p:nvCxnSpPr>
        <p:spPr>
          <a:xfrm>
            <a:off x="7262600" y="3676403"/>
            <a:ext cx="906228" cy="98835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1A8048F-0F98-4327-9843-05362AE2E4AA}"/>
              </a:ext>
            </a:extLst>
          </p:cNvPr>
          <p:cNvCxnSpPr>
            <a:cxnSpLocks/>
            <a:stCxn id="75" idx="6"/>
            <a:endCxn id="7" idx="1"/>
          </p:cNvCxnSpPr>
          <p:nvPr/>
        </p:nvCxnSpPr>
        <p:spPr>
          <a:xfrm>
            <a:off x="7066961" y="4442885"/>
            <a:ext cx="1101867" cy="22187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3A3335A-909A-46A7-B3AB-593C26DCEC9E}"/>
              </a:ext>
            </a:extLst>
          </p:cNvPr>
          <p:cNvCxnSpPr>
            <a:cxnSpLocks/>
            <a:stCxn id="83" idx="7"/>
            <a:endCxn id="7" idx="2"/>
          </p:cNvCxnSpPr>
          <p:nvPr/>
        </p:nvCxnSpPr>
        <p:spPr>
          <a:xfrm flipH="1" flipV="1">
            <a:off x="8814287" y="4920255"/>
            <a:ext cx="876679" cy="84891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54BB2B7-3036-412A-9339-5CD3B587FA05}"/>
              </a:ext>
            </a:extLst>
          </p:cNvPr>
          <p:cNvCxnSpPr>
            <a:cxnSpLocks/>
            <a:stCxn id="82" idx="7"/>
            <a:endCxn id="7" idx="2"/>
          </p:cNvCxnSpPr>
          <p:nvPr/>
        </p:nvCxnSpPr>
        <p:spPr>
          <a:xfrm flipV="1">
            <a:off x="7229640" y="4920255"/>
            <a:ext cx="1584647" cy="16174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8404EF6-30EB-40DF-B250-34F9BC0D0D77}"/>
              </a:ext>
            </a:extLst>
          </p:cNvPr>
          <p:cNvCxnSpPr>
            <a:cxnSpLocks/>
            <a:stCxn id="7" idx="2"/>
            <a:endCxn id="81" idx="0"/>
          </p:cNvCxnSpPr>
          <p:nvPr/>
        </p:nvCxnSpPr>
        <p:spPr>
          <a:xfrm flipH="1">
            <a:off x="7572872" y="4920255"/>
            <a:ext cx="1241415" cy="7323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58044E9-525F-4464-ABAA-551417A12AA8}"/>
              </a:ext>
            </a:extLst>
          </p:cNvPr>
          <p:cNvCxnSpPr>
            <a:cxnSpLocks/>
            <a:stCxn id="7" idx="3"/>
            <a:endCxn id="80" idx="1"/>
          </p:cNvCxnSpPr>
          <p:nvPr/>
        </p:nvCxnSpPr>
        <p:spPr>
          <a:xfrm>
            <a:off x="9459746" y="4664761"/>
            <a:ext cx="1011986" cy="6396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Diamond 109">
            <a:extLst>
              <a:ext uri="{FF2B5EF4-FFF2-40B4-BE49-F238E27FC236}">
                <a16:creationId xmlns:a16="http://schemas.microsoft.com/office/drawing/2014/main" id="{38C119B5-EB40-4E92-A580-B4960C3A0E8B}"/>
              </a:ext>
            </a:extLst>
          </p:cNvPr>
          <p:cNvSpPr/>
          <p:nvPr/>
        </p:nvSpPr>
        <p:spPr>
          <a:xfrm>
            <a:off x="7903577" y="2974914"/>
            <a:ext cx="986117" cy="78123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Has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FDB75333-6F33-4FD2-B503-5B81961C807F}"/>
              </a:ext>
            </a:extLst>
          </p:cNvPr>
          <p:cNvCxnSpPr>
            <a:cxnSpLocks/>
            <a:stCxn id="110" idx="0"/>
            <a:endCxn id="9" idx="2"/>
          </p:cNvCxnSpPr>
          <p:nvPr/>
        </p:nvCxnSpPr>
        <p:spPr>
          <a:xfrm flipV="1">
            <a:off x="8396636" y="2272553"/>
            <a:ext cx="3295" cy="70236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E0662662-BEF2-4AE4-B4B2-D06954C483BB}"/>
              </a:ext>
            </a:extLst>
          </p:cNvPr>
          <p:cNvCxnSpPr>
            <a:cxnSpLocks/>
            <a:stCxn id="7" idx="0"/>
            <a:endCxn id="110" idx="2"/>
          </p:cNvCxnSpPr>
          <p:nvPr/>
        </p:nvCxnSpPr>
        <p:spPr>
          <a:xfrm flipH="1" flipV="1">
            <a:off x="8396636" y="3756153"/>
            <a:ext cx="417651" cy="65311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8DF5665A-C8D7-417D-9E12-CF671F445BC6}"/>
              </a:ext>
            </a:extLst>
          </p:cNvPr>
          <p:cNvSpPr txBox="1"/>
          <p:nvPr/>
        </p:nvSpPr>
        <p:spPr>
          <a:xfrm>
            <a:off x="8889694" y="398344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461E63E-AFE2-4426-B4D4-6A1DB48F4F6E}"/>
              </a:ext>
            </a:extLst>
          </p:cNvPr>
          <p:cNvSpPr txBox="1"/>
          <p:nvPr/>
        </p:nvSpPr>
        <p:spPr>
          <a:xfrm>
            <a:off x="8085748" y="23438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2539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28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Suranga Prabash</dc:creator>
  <cp:lastModifiedBy>Suranga Prabash</cp:lastModifiedBy>
  <cp:revision>4</cp:revision>
  <dcterms:created xsi:type="dcterms:W3CDTF">2026-10-23T12:47:26Z</dcterms:created>
  <dcterms:modified xsi:type="dcterms:W3CDTF">2026-10-23T13:15:18Z</dcterms:modified>
</cp:coreProperties>
</file>